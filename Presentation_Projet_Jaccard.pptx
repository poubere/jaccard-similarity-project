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12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448" y="1352550"/>
            <a:ext cx="6998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Similarité de Jaccard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831320" y="2266950"/>
            <a:ext cx="5481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Avancée de Textes en Français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41738" y="2952750"/>
            <a:ext cx="8588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POUBERE Abdourazakou • OUEDRAOGO Lassina • OUEDRAOGO Rasmane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78929" y="3486150"/>
            <a:ext cx="2585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Non Supervisé</a:t>
            </a:r>
            <a:endParaRPr lang="en-US" sz="13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180777F-E241-C7FA-5DDD-6DD8CAC35C51}"/>
              </a:ext>
            </a:extLst>
          </p:cNvPr>
          <p:cNvSpPr/>
          <p:nvPr/>
        </p:nvSpPr>
        <p:spPr>
          <a:xfrm>
            <a:off x="4340175" y="4267200"/>
            <a:ext cx="480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</a:pPr>
            <a:r>
              <a:rPr lang="fr-FR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Enseignant : Dr Serge SONFACK SOUNCHIO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514350"/>
            <a:ext cx="0" cy="533400"/>
          </a:xfrm>
          <a:prstGeom prst="line">
            <a:avLst/>
          </a:prstGeom>
          <a:noFill/>
          <a:ln w="571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14350" y="514350"/>
            <a:ext cx="4255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Énoncé du Projet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4800" y="1543050"/>
            <a:ext cx="87050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la similarité de Jaccard pour comparer des phrases en français dans le cadre du cours de Machine Learning non Supervisé.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2533650"/>
            <a:ext cx="8534400" cy="20955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Clés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3219450"/>
            <a:ext cx="80772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un programme pour la similarité Jaccard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dépôt Git collaboratif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le code et les exemples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Fournir des tests de validation complets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1104900"/>
            <a:ext cx="0" cy="800100"/>
          </a:xfrm>
          <a:prstGeom prst="line">
            <a:avLst/>
          </a:prstGeom>
          <a:noFill/>
          <a:ln w="571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14350" y="1104900"/>
            <a:ext cx="4255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Avancée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14350" y="1600200"/>
            <a:ext cx="8491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du langage naturel pour le français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2362200"/>
            <a:ext cx="2641550" cy="1676400"/>
          </a:xfrm>
          <a:prstGeom prst="roundRect">
            <a:avLst>
              <a:gd name="adj" fmla="val 454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590800"/>
            <a:ext cx="19042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Synonymes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2971800"/>
            <a:ext cx="22280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Dictionnaire complet de groupes de synonymes français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51150" y="2362200"/>
            <a:ext cx="2641550" cy="1676400"/>
          </a:xfrm>
          <a:prstGeom prst="roundRect">
            <a:avLst>
              <a:gd name="adj" fmla="val 454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79750" y="2590800"/>
            <a:ext cx="13601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Verbes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9750" y="2971800"/>
            <a:ext cx="22280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Lemmatisation avancée avec formes verbales irrégulières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97501" y="2495550"/>
            <a:ext cx="2641550" cy="1409700"/>
          </a:xfrm>
          <a:prstGeom prst="roundRect">
            <a:avLst>
              <a:gd name="adj" fmla="val 540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26101" y="2724150"/>
            <a:ext cx="125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Champs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6101" y="3105150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sémantique conceptuelle approfondie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457200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14350" y="304800"/>
            <a:ext cx="490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Projet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4800" y="1790700"/>
            <a:ext cx="24677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des Fichiers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" y="2247900"/>
            <a:ext cx="4114800" cy="2019300"/>
          </a:xfrm>
          <a:prstGeom prst="roundRect">
            <a:avLst>
              <a:gd name="adj" fmla="val 377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514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jaccard_similarity.py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3400" y="28194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french_synonyms.py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31242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french_lemmatizer.py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" y="34290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semantic_analyzer.py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3400" y="37338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test_jaccard.py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4400" y="2209800"/>
            <a:ext cx="2108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Clés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24400" y="2667000"/>
            <a:ext cx="41148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FrenchSynonyms - Gestion des synonymes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FrenchLemmatizer - Lemmatisation avancée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SemanticAnalyzer - Analyse sémantique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JaccardSimilarity - Calcul principal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09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Principaux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371600"/>
            <a:ext cx="8534400" cy="9525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371600"/>
            <a:ext cx="0" cy="95250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95300" y="15240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FrenchSynonyms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5300" y="18669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100+ groupes de synonymes avec expansion d'ensembles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476500"/>
            <a:ext cx="8534400" cy="9525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476500"/>
            <a:ext cx="0" cy="9525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5300" y="26289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FrenchLemmatizer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5300" y="29718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Lemmatisation de 300+ formes verbales, pluriels et féminins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4800" y="3581400"/>
            <a:ext cx="8534400" cy="9525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3581400"/>
            <a:ext cx="0" cy="9525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5300" y="37338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SemanticAnalyzer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5300" y="40767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sémantique avec 16 champs conceptuels thématiques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800100"/>
          </a:xfrm>
          <a:prstGeom prst="line">
            <a:avLst/>
          </a:prstGeom>
          <a:noFill/>
          <a:ln w="571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14350" y="304800"/>
            <a:ext cx="5343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 Ultra-Rapide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14350" y="800100"/>
            <a:ext cx="8491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dépendance externe requise 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4800" y="2019300"/>
            <a:ext cx="4114800" cy="171450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247900"/>
            <a:ext cx="18750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33400" y="26670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la démonstration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3400" y="3009900"/>
            <a:ext cx="3657600" cy="495300"/>
          </a:xfrm>
          <a:prstGeom prst="roundRect">
            <a:avLst>
              <a:gd name="adj" fmla="val 923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12420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jaccard_similarity.py --demo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4400" y="2019300"/>
            <a:ext cx="4114800" cy="1714500"/>
          </a:xfrm>
          <a:prstGeom prst="roundRect">
            <a:avLst>
              <a:gd name="adj" fmla="val 444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3000" y="2247900"/>
            <a:ext cx="18750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26670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les tests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53000" y="3009900"/>
            <a:ext cx="3657600" cy="495300"/>
          </a:xfrm>
          <a:prstGeom prst="roundRect">
            <a:avLst>
              <a:gd name="adj" fmla="val 923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200" y="312420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test_jaccard.py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" y="43815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avec Python 3.6+ sans bibliothèques tierces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09600"/>
            <a:ext cx="4362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et Validation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4800" y="1695450"/>
            <a:ext cx="26911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de Tests Complète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2152650"/>
            <a:ext cx="3810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tests sur les synonymes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tests sur la lemmatisation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tests sur l'analyse sémantique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tests sur JaccardSimilarity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19600" y="1524000"/>
            <a:ext cx="4419600" cy="1981200"/>
          </a:xfrm>
          <a:prstGeom prst="roundRect">
            <a:avLst>
              <a:gd name="adj" fmla="val 384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58682" y="1828800"/>
            <a:ext cx="234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6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27/27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686300" y="281940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Réussis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04800" y="3886200"/>
            <a:ext cx="8534400" cy="647700"/>
          </a:xfrm>
          <a:prstGeom prst="roundRect">
            <a:avLst>
              <a:gd name="adj" fmla="val 11765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4904" y="40767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Amélioration de plus de 800% sur certains calculs de similarité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4800" y="1562100"/>
            <a:ext cx="2108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2171700"/>
            <a:ext cx="41148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significativement améliorée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Totalement portable - aucune dépendance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tests unitaires assurant la qualité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complète avec exemples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24400" y="1562100"/>
            <a:ext cx="21082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24400" y="2171700"/>
            <a:ext cx="41148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plagiat avancée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sémantique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de documents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similarité entre phrases</a:t>
            </a:r>
            <a:endParaRPr lang="en-US" sz="1350" dirty="0"/>
          </a:p>
        </p:txBody>
      </p:sp>
      <p:pic>
        <p:nvPicPr>
          <p:cNvPr id="7" name="Image 0" descr="/tmp/rasterized-gradient-ae1db3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000500"/>
            <a:ext cx="8534400" cy="838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2628" y="4267200"/>
            <a:ext cx="8238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complète et performante pour l'analyse de textes en français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4548" y="666750"/>
            <a:ext cx="225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24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879848" y="1809750"/>
            <a:ext cx="5384155" cy="1752600"/>
          </a:xfrm>
          <a:prstGeom prst="roundRect">
            <a:avLst>
              <a:gd name="adj" fmla="val 434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52556" y="2114550"/>
            <a:ext cx="24385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136902" y="2609850"/>
            <a:ext cx="48700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: abdourazakoupoubere@gmail.com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36902" y="2952750"/>
            <a:ext cx="48700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: github.com/POUBERE/jaccard-similarity-project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24583" y="4019550"/>
            <a:ext cx="2694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348</Words>
  <Application>Microsoft Office PowerPoint</Application>
  <PresentationFormat>Affichage à l'écran (16:9)</PresentationFormat>
  <Paragraphs>83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Jaccard - Similarité de Textes en Français</dc:title>
  <dc:subject>Machine Learning Non Supervisé</dc:subject>
  <dc:creator>POUBERE, OUEDRAOGO Lassina, OUEDRAOGO Rasmane</dc:creator>
  <cp:lastModifiedBy>Abdourazakou Poubéré</cp:lastModifiedBy>
  <cp:revision>2</cp:revision>
  <dcterms:created xsi:type="dcterms:W3CDTF">2025-11-15T10:17:47Z</dcterms:created>
  <dcterms:modified xsi:type="dcterms:W3CDTF">2025-11-15T10:25:13Z</dcterms:modified>
</cp:coreProperties>
</file>